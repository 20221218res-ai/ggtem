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hay\OneDrive\바탕 화면\글로벌게임아이템(코덱스\ggitem\docs\assets\business-plan-ui\home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5577840" y="502920"/>
            <a:ext cx="5989320" cy="5349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4920" y="0"/>
            <a:ext cx="1280160" cy="6858000"/>
          </a:xfrm>
          <a:prstGeom prst="rect">
            <a:avLst/>
          </a:prstGeom>
          <a:solidFill>
            <a:srgbClr val="0F172A">
              <a:alpha val="93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21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A8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UI로 보는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아이템 거래 플랫폼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76656" y="32004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사업계획서 · 돈의 흐름 · 운영 콘솔 · 에스크로 신뢰 구조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76656" y="5870448"/>
            <a:ext cx="1097280" cy="310896"/>
          </a:xfrm>
          <a:prstGeom prst="roundRect">
            <a:avLst>
              <a:gd name="adj" fmla="val 264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5943600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2026.05.16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920240" y="5870448"/>
            <a:ext cx="1417320" cy="310896"/>
          </a:xfrm>
          <a:prstGeom prst="roundRect">
            <a:avLst>
              <a:gd name="adj" fmla="val 264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93392" y="594360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캡처 기반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거래가 아니라 신뢰와 정산입니다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게임머니/아이템 거래는 주문, 채팅, 돈의 상태가 분리될수록 운영 리스크가 커집니다.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536192"/>
            <a:ext cx="5788152" cy="4233672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6" name="Image 0" descr="C:\Users\nahay\OneDrive\바탕 화면\글로벌게임아이템(코덱스\ggitem\docs\assets\business-plan-ui\lis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72768"/>
            <a:ext cx="5715000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5806440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거래 목록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812280" y="16002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구매자는 돈을 맡길 곳이 필요하고,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판매자는 정산 받을 근거가 필요합니다.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839712" y="33375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GGtem은 거래 등록, 에스크로, 주문 채팅, 지갑 원장, 관리자 분쟁 처리를 하나의 흐름으로 묶습니다.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0" y="4681728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31152" y="4754880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→ 주문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275320" y="4681728"/>
            <a:ext cx="1051560" cy="310896"/>
          </a:xfrm>
          <a:prstGeom prst="roundRect">
            <a:avLst>
              <a:gd name="adj" fmla="val 2647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48472" y="4754880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에스크로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9555480" y="4681728"/>
            <a:ext cx="1170432" cy="310896"/>
          </a:xfrm>
          <a:prstGeom prst="roundRect">
            <a:avLst>
              <a:gd name="adj" fmla="val 264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28632" y="475488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원장/감사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78408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 사업계획서 | 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UI와 어드민 UI가 한 운영 시스템으로 연결됩니다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판매/구매 화면의 모든 상태 변화는 지갑 원장과 어드민 처리 화면으로 이어집니다.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417320" cy="530352"/>
          </a:xfrm>
          <a:prstGeom prst="roundRect">
            <a:avLst>
              <a:gd name="adj" fmla="val 1724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8424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판매등록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377440" y="2093976"/>
            <a:ext cx="82296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9000" y="1828800"/>
            <a:ext cx="1417320" cy="530352"/>
          </a:xfrm>
          <a:prstGeom prst="roundRect">
            <a:avLst>
              <a:gd name="adj" fmla="val 1724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198424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구매등록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983480" y="2093976"/>
            <a:ext cx="82296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35040" y="1828800"/>
            <a:ext cx="1417320" cy="530352"/>
          </a:xfrm>
          <a:prstGeom prst="roundRect">
            <a:avLst>
              <a:gd name="adj" fmla="val 1724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98424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주문/채팅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589520" y="2093976"/>
            <a:ext cx="82296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41080" y="1828800"/>
            <a:ext cx="1417320" cy="530352"/>
          </a:xfrm>
          <a:prstGeom prst="roundRect">
            <a:avLst>
              <a:gd name="adj" fmla="val 1724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4232" y="198424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지갑/정산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434840" y="4160520"/>
            <a:ext cx="2971800" cy="530352"/>
          </a:xfrm>
          <a:prstGeom prst="roundRect">
            <a:avLst>
              <a:gd name="adj" fmla="val 1724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431596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어드민 운영 콘솔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788920" y="489204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 승인 · 출금 처리 · 분쟁 · QNA · 게임/서버/입금주소 설정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86384" y="3666744"/>
            <a:ext cx="235915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20" name="Image 0" descr="C:\Users\nahay\OneDrive\바탕 화면\글로벌게임아이템(코덱스\ggitem\docs\assets\business-plan-ui\admin-depos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03320"/>
            <a:ext cx="2286000" cy="1463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52395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 승인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107424" y="3666744"/>
            <a:ext cx="231343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23" name="Image 1" descr="C:\Users\nahay\OneDrive\바탕 화면\글로벌게임아이템(코덱스\ggitem\docs\assets\business-plan-ui\sup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3703320"/>
            <a:ext cx="2240280" cy="1463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0" y="52395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고객센터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978408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 사업계획서 | 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플로우는 가입부터 지갑까지 끊기지 않습니다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온보딩, 인증, 탐색, 고객센터까지 실제 UI 흐름으로 설명합니다.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517904"/>
            <a:ext cx="2907792" cy="240487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6" name="Image 0" descr="C:\Users\nahay\OneDrive\바탕 화면\글로벌게임아이템(코덱스\ggitem\docs\assets\business-plan-ui\sign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834640" cy="2331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9593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694176" y="1517904"/>
            <a:ext cx="2907792" cy="240487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9" name="Image 1" descr="C:\Users\nahay\OneDrive\바탕 화면\글로벌게임아이템(코덱스\ggitem\docs\assets\business-plan-ui\sign-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554480"/>
            <a:ext cx="2834640" cy="2331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30752" y="39593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6729984" y="1517904"/>
            <a:ext cx="4599432" cy="240487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12" name="Image 2" descr="C:\Users\nahay\OneDrive\바탕 화면\글로벌게임아이템(코덱스\ggitem\docs\assets\business-plan-ui\supp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54480"/>
            <a:ext cx="4526280" cy="23317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66560" y="395935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고객센터/신규 게임 신청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960120" y="4892040"/>
            <a:ext cx="1060704" cy="530352"/>
          </a:xfrm>
          <a:prstGeom prst="roundRect">
            <a:avLst>
              <a:gd name="adj" fmla="val 1724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033272" y="5047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</a:t>
            </a:r>
            <a:endParaRPr lang="en-US" sz="880" dirty="0"/>
          </a:p>
        </p:txBody>
      </p:sp>
      <p:sp>
        <p:nvSpPr>
          <p:cNvPr id="16" name="Shape 11"/>
          <p:cNvSpPr/>
          <p:nvPr/>
        </p:nvSpPr>
        <p:spPr>
          <a:xfrm>
            <a:off x="2130552" y="5157216"/>
            <a:ext cx="86868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3246120" y="4892040"/>
            <a:ext cx="1060704" cy="530352"/>
          </a:xfrm>
          <a:prstGeom prst="roundRect">
            <a:avLst>
              <a:gd name="adj" fmla="val 1724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319272" y="5047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880" dirty="0"/>
          </a:p>
        </p:txBody>
      </p:sp>
      <p:sp>
        <p:nvSpPr>
          <p:cNvPr id="19" name="Shape 14"/>
          <p:cNvSpPr/>
          <p:nvPr/>
        </p:nvSpPr>
        <p:spPr>
          <a:xfrm>
            <a:off x="4416552" y="5157216"/>
            <a:ext cx="86868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5532120" y="4892040"/>
            <a:ext cx="1060704" cy="530352"/>
          </a:xfrm>
          <a:prstGeom prst="roundRect">
            <a:avLst>
              <a:gd name="adj" fmla="val 1724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05272" y="5047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</a:t>
            </a:r>
            <a:endParaRPr lang="en-US" sz="880" dirty="0"/>
          </a:p>
        </p:txBody>
      </p:sp>
      <p:sp>
        <p:nvSpPr>
          <p:cNvPr id="22" name="Shape 17"/>
          <p:cNvSpPr/>
          <p:nvPr/>
        </p:nvSpPr>
        <p:spPr>
          <a:xfrm>
            <a:off x="6702552" y="5157216"/>
            <a:ext cx="86868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818120" y="4892040"/>
            <a:ext cx="1060704" cy="530352"/>
          </a:xfrm>
          <a:prstGeom prst="roundRect">
            <a:avLst>
              <a:gd name="adj" fmla="val 1724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891272" y="5047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지갑</a:t>
            </a:r>
            <a:endParaRPr lang="en-US" sz="880" dirty="0"/>
          </a:p>
        </p:txBody>
      </p:sp>
      <p:sp>
        <p:nvSpPr>
          <p:cNvPr id="25" name="Shape 20"/>
          <p:cNvSpPr/>
          <p:nvPr/>
        </p:nvSpPr>
        <p:spPr>
          <a:xfrm>
            <a:off x="8988552" y="5157216"/>
            <a:ext cx="86868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10104120" y="4892040"/>
            <a:ext cx="1060704" cy="530352"/>
          </a:xfrm>
          <a:prstGeom prst="roundRect">
            <a:avLst>
              <a:gd name="adj" fmla="val 17241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177272" y="5047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</a:t>
            </a:r>
            <a:endParaRPr lang="en-US" sz="880" dirty="0"/>
          </a:p>
        </p:txBody>
      </p:sp>
      <p:sp>
        <p:nvSpPr>
          <p:cNvPr id="28" name="Text 23"/>
          <p:cNvSpPr/>
          <p:nvPr/>
        </p:nvSpPr>
        <p:spPr>
          <a:xfrm>
            <a:off x="978408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 사업계획서 | 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마켓은 판매 매물과 구매 수요를 동시에 모읍니다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목록에서 게임/서버/카테고리 기준으로 거래 진입을 만듭니다.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499616"/>
            <a:ext cx="6656832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6" name="Image 0" descr="C:\Users\nahay\OneDrive\바탕 화면\글로벌게임아이템(코덱스\ggitem\docs\assets\business-plan-ui\lis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192"/>
            <a:ext cx="6583680" cy="44988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10819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/listings 화면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266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방향의 유동성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54112" y="226771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판매자는 매물을 올리고, 구매자는 원하는 조건의 구매요청을 등록합니다. 플랫폼은 양쪽 수요를 같은 게임/서버 구조로 정렬합니다.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54112" y="3794760"/>
            <a:ext cx="1005840" cy="310896"/>
          </a:xfrm>
          <a:prstGeom prst="roundRect">
            <a:avLst>
              <a:gd name="adj" fmla="val 264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27264" y="386791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판매등록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915400" y="3794760"/>
            <a:ext cx="1005840" cy="310896"/>
          </a:xfrm>
          <a:prstGeom prst="roundRect">
            <a:avLst>
              <a:gd name="adj" fmla="val 2647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88552" y="386791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구매등록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0076688" y="3794760"/>
            <a:ext cx="1005840" cy="310896"/>
          </a:xfrm>
          <a:prstGeom prst="roundRect">
            <a:avLst>
              <a:gd name="adj" fmla="val 264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49840" y="386791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즉시구매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754112" y="4736592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거래 유형이 달라도 돈의 흐름은 하나의 원장으로 모인다는 점입니다.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978408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 사업계획서 | 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돈의 흐름은 6개 버킷과 원장으로 설명됩니다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입금, 에스크로, 정산, 출금은 모두 버킷 이동과 WalletLedgerEntry로 추적됩니다.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463040" cy="530352"/>
          </a:xfrm>
          <a:prstGeom prst="roundRect">
            <a:avLst>
              <a:gd name="adj" fmla="val 1724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2996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AVAILABLE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932688" y="25328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가능</a:t>
            </a:r>
            <a:endParaRPr lang="en-US" sz="730" dirty="0"/>
          </a:p>
        </p:txBody>
      </p:sp>
      <p:sp>
        <p:nvSpPr>
          <p:cNvPr id="7" name="Shape 5"/>
          <p:cNvSpPr/>
          <p:nvPr/>
        </p:nvSpPr>
        <p:spPr>
          <a:xfrm>
            <a:off x="2788920" y="1874520"/>
            <a:ext cx="1463040" cy="530352"/>
          </a:xfrm>
          <a:prstGeom prst="roundRect">
            <a:avLst>
              <a:gd name="adj" fmla="val 1724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202996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WITHDRAWABLE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898648" y="25328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출금 가능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1463040" cy="530352"/>
          </a:xfrm>
          <a:prstGeom prst="roundRect">
            <a:avLst>
              <a:gd name="adj" fmla="val 1724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202996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ESCROW_LOCKED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864608" y="25328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잠금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6720840" y="1874520"/>
            <a:ext cx="1463040" cy="530352"/>
          </a:xfrm>
          <a:prstGeom prst="roundRect">
            <a:avLst>
              <a:gd name="adj" fmla="val 1724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3992" y="202996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BUY_REQUEST_LOCKED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830568" y="25328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구매요청 잠금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8686800" y="1874520"/>
            <a:ext cx="1463040" cy="530352"/>
          </a:xfrm>
          <a:prstGeom prst="roundRect">
            <a:avLst>
              <a:gd name="adj" fmla="val 17241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9952" y="202996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WITHDRAWAL_LOCKED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796528" y="25328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출금 처리중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4114800" y="4389120"/>
            <a:ext cx="1463040" cy="530352"/>
          </a:xfrm>
          <a:prstGeom prst="roundRect">
            <a:avLst>
              <a:gd name="adj" fmla="val 1724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454456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5E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PLATFORM_REVENUE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224528" y="50474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15E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수익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2377440" y="2139696"/>
            <a:ext cx="32004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43400" y="2139696"/>
            <a:ext cx="32004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09360" y="2139696"/>
            <a:ext cx="32004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75320" y="2139696"/>
            <a:ext cx="32004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14400" y="562356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생성은 매출이 아니라 에스크로 잠금입니다. 매출은 완료 또는 분쟁 판매자 지급 때 확정됩니다.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8408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 사업계획서 | 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 승인 후에만 플랫폼 내부 잔액이 됩니다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 요청은 운영자가 TXID와 금액을 확인해 승인해야 AVAILABLE/WITHDRAWABLE에 반영됩니다.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536192"/>
            <a:ext cx="51480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6" name="Image 0" descr="C:\Users\nahay\OneDrive\바탕 화면\글로벌게임아이템(코덱스\ggitem\docs\assets\business-plan-ui\admin-depos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029200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어드민 충전 승인 화면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6419088" y="1783080"/>
            <a:ext cx="1325880" cy="530352"/>
          </a:xfrm>
          <a:prstGeom prst="roundRect">
            <a:avLst>
              <a:gd name="adj" fmla="val 1724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93852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 요청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7882128" y="2048256"/>
            <a:ext cx="59436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595360" y="1783080"/>
            <a:ext cx="1417320" cy="530352"/>
          </a:xfrm>
          <a:prstGeom prst="roundRect">
            <a:avLst>
              <a:gd name="adj" fmla="val 1724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68512" y="193852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승인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0149840" y="2048256"/>
            <a:ext cx="47548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744200" y="1783080"/>
            <a:ext cx="960120" cy="530352"/>
          </a:xfrm>
          <a:prstGeom prst="roundRect">
            <a:avLst>
              <a:gd name="adj" fmla="val 1724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817352" y="193852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잔액 반영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6492240" y="2971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시 원장 2건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3364992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ADMIN_DEPOSIT_APPROVED / CREDIT / AVAILABLE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ADMIN_DEPOSIT_APPROVED / CREDIT / WITHDRAWABLE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44348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 시에는 잔액 변화 없이 요청 상태와 감사 로그만 남습니다.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978408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 사업계획서 | 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즉시구매는 구매자 잔액을 에스크로로 옮기는 행동입니다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 정산은 구매확정 또는 분쟁 판매자 지급 이후에만 발생합니다.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325880" cy="530352"/>
          </a:xfrm>
          <a:prstGeom prst="roundRect">
            <a:avLst>
              <a:gd name="adj" fmla="val 1724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잔액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286000" y="2139696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54680" y="1874520"/>
            <a:ext cx="1234440" cy="530352"/>
          </a:xfrm>
          <a:prstGeom prst="roundRect">
            <a:avLst>
              <a:gd name="adj" fmla="val 1724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2029968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에스크로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526280" y="2139696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94960" y="1874520"/>
            <a:ext cx="1234440" cy="530352"/>
          </a:xfrm>
          <a:prstGeom prst="roundRect">
            <a:avLst>
              <a:gd name="adj" fmla="val 1724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2029968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주문/채팅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766560" y="2139696"/>
            <a:ext cx="73152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1874520"/>
            <a:ext cx="1417320" cy="530352"/>
          </a:xfrm>
          <a:prstGeom prst="roundRect">
            <a:avLst>
              <a:gd name="adj" fmla="val 1724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202996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 정산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189720" y="2139696"/>
            <a:ext cx="640080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66960" y="1874520"/>
            <a:ext cx="1417320" cy="530352"/>
          </a:xfrm>
          <a:prstGeom prst="roundRect">
            <a:avLst>
              <a:gd name="adj" fmla="val 1724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40112" y="202996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5E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수수료 매출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86384" y="3209544"/>
            <a:ext cx="3319272" cy="1947672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20" name="Image 0" descr="C:\Users\nahay\OneDrive\바탕 화면\글로벌게임아이템(코덱스\ggitem\docs\assets\business-plan-ui\wal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3246120" cy="18745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519379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지갑 진입/보호 화면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572000" y="3383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USDT 거래 예시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608576" y="382219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에스크로 감소: -100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 정산액: +95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수수료: +5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7872984" y="3209544"/>
            <a:ext cx="3383280" cy="1947672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25" name="Image 1" descr="C:\Users\nahay\OneDrive\바탕 화면\글로벌게임아이템(코덱스\ggitem\docs\assets\business-plan-ui\lis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3246120"/>
            <a:ext cx="3310128" cy="18745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909560" y="5193792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진입 화면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978408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 사업계획서 | 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출금과 분쟁은 운영자가 돈을 최종 확정하는 구간입니다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시연에서는 설명만 하고 실제 버튼은 데모 데이터가 아니면 클릭하지 않습니다.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234440" cy="530352"/>
          </a:xfrm>
          <a:prstGeom prst="roundRect">
            <a:avLst>
              <a:gd name="adj" fmla="val 1724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84248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출금 신청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194560" y="2093976"/>
            <a:ext cx="56692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828800"/>
            <a:ext cx="1600200" cy="530352"/>
          </a:xfrm>
          <a:prstGeom prst="roundRect">
            <a:avLst>
              <a:gd name="adj" fmla="val 17241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198424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F12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WITHDRAWAL_LOCKED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709160" y="2093976"/>
            <a:ext cx="56692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1828800"/>
            <a:ext cx="1234440" cy="530352"/>
          </a:xfrm>
          <a:prstGeom prst="roundRect">
            <a:avLst>
              <a:gd name="adj" fmla="val 1724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1984248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완료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492240" y="2093976"/>
            <a:ext cx="56692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69480" y="1828800"/>
            <a:ext cx="1234440" cy="530352"/>
          </a:xfrm>
          <a:prstGeom prst="roundRect">
            <a:avLst>
              <a:gd name="adj" fmla="val 1724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42632" y="1984248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송금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641080" y="2093976"/>
            <a:ext cx="566928" cy="0"/>
          </a:xfrm>
          <a:prstGeom prst="line">
            <a:avLst/>
          </a:prstGeom>
          <a:noFill/>
          <a:ln w="1651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18320" y="1828800"/>
            <a:ext cx="1234440" cy="530352"/>
          </a:xfrm>
          <a:prstGeom prst="roundRect">
            <a:avLst>
              <a:gd name="adj" fmla="val 1724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1984248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5E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수수료 수익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86384" y="3209544"/>
            <a:ext cx="263347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20" name="Image 0" descr="C:\Users\nahay\OneDrive\바탕 화면\글로벌게임아이템(코덱스\ggitem\docs\assets\business-plan-ui\admin-withdraw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2560320" cy="16276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49469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출금 화면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666744" y="3209544"/>
            <a:ext cx="263347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23" name="Image 1" descr="C:\Users\nahay\OneDrive\바탕 화면\글로벌게임아이템(코덱스\ggitem\docs\assets\business-plan-ui\admin-dispu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246120"/>
            <a:ext cx="2560320" cy="16276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03320" y="49469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화면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6547104" y="3209544"/>
            <a:ext cx="2633472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26" name="Image 2" descr="C:\Users\nahay\OneDrive\바탕 화면\글로벌게임아이템(코덱스\ggitem\docs\assets\business-plan-ui\admin-fin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246120"/>
            <a:ext cx="2560320" cy="16276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83680" y="49469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화면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9436608" y="33375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로그인 세션으로 재캡처하면 실제 처리 화면을 더 설득력 있게 보여줄 수 있습니다.</a:t>
            </a:r>
            <a:endParaRPr lang="en-US" sz="1120" dirty="0"/>
          </a:p>
        </p:txBody>
      </p:sp>
      <p:sp>
        <p:nvSpPr>
          <p:cNvPr id="29" name="Text 24"/>
          <p:cNvSpPr/>
          <p:nvPr/>
        </p:nvSpPr>
        <p:spPr>
          <a:xfrm>
            <a:off x="978408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 사업계획서 | 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어드민 콘솔은 운영자가 다음 액션을 바로 이해하게 만듭니다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충전, 출금, 분쟁, 주문, 고객센터, 설정이 하나의 운영 흐름으로 이어집니다.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99616"/>
            <a:ext cx="2953512" cy="1947672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6" name="Image 0" descr="C:\Users\nahay\OneDrive\바탕 화면\글로벌게임아이템(코덱스\ggitem\docs\assets\business-plan-ui\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2880360" cy="1874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4838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어드민 진입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666744" y="1499616"/>
            <a:ext cx="2953512" cy="1947672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9" name="Image 1" descr="C:\Users\nahay\OneDrive\바탕 화면\글로벌게임아이템(코덱스\ggitem\docs\assets\business-plan-ui\admin-depos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36192"/>
            <a:ext cx="2880360" cy="1874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348386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 처리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6711696" y="1499616"/>
            <a:ext cx="3867912" cy="1947672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18000"/>
              </a:srgbClr>
            </a:outerShdw>
          </a:effectLst>
        </p:spPr>
      </p:sp>
      <p:pic>
        <p:nvPicPr>
          <p:cNvPr id="12" name="Image 2" descr="C:\Users\nahay\OneDrive\바탕 화면\글로벌게임아이템(코덱스\ggitem\docs\assets\business-plan-ui\supp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536192"/>
            <a:ext cx="3794760" cy="18745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48272" y="348386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고객센터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868680" y="4251960"/>
            <a:ext cx="1143000" cy="310896"/>
          </a:xfrm>
          <a:prstGeom prst="roundRect">
            <a:avLst>
              <a:gd name="adj" fmla="val 264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41832" y="4325112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 승인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868680" y="4709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TXID/금액 확인 후 잔액 반영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11880" y="4251960"/>
            <a:ext cx="1143000" cy="310896"/>
          </a:xfrm>
          <a:prstGeom prst="roundRect">
            <a:avLst>
              <a:gd name="adj" fmla="val 26471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85032" y="4325112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출금 처리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3611880" y="4709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주소/체인/위험 플래그 확인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355080" y="4251960"/>
            <a:ext cx="1143000" cy="310896"/>
          </a:xfrm>
          <a:prstGeom prst="roundRect">
            <a:avLst>
              <a:gd name="adj" fmla="val 264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28232" y="4325112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 처리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6355080" y="4709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증빙 기반 환불/지급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098280" y="4251960"/>
            <a:ext cx="1143000" cy="310896"/>
          </a:xfrm>
          <a:prstGeom prst="roundRect">
            <a:avLst>
              <a:gd name="adj" fmla="val 2647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71432" y="4325112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QNA/CMS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9098280" y="4709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문의를 FAQ/공지로 전환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978408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 사업계획서 | 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66928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모델은 거래 수수료, 출금 수수료, 프리미엄 노출입니다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A8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수수료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99923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완료 또는 분쟁 판매자 지급 시 플랫폼 수익 원장 확정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43400" y="1828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A8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343400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출금 수수료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299923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출금 완료 시 수수료가 PLATFORM_REVENUE로 확정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0" y="1828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A8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0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노출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0" y="299923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판매/구매 등록 상단 노출로 추가 매출 후보 확보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523036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투자자에게 강조할 메시지: GGtem의 매출은 원장으로 검증 가능한 완료 이벤트에서 발생합니다.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8408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 사업계획서 | 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데모는 '보여주기'와 '클릭 금지'를 분리합니다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돈, 권한, DB, 입금주소와 연결되는 기능은 실제 데이터에서 누르지 않습니다.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225296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27632"/>
            <a:ext cx="1600200" cy="310896"/>
          </a:xfrm>
          <a:prstGeom prst="roundRect">
            <a:avLst>
              <a:gd name="adj" fmla="val 2647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0078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가능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88920" y="16642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홈, 목록, 고객센터, 로그인/회원가입, 보호 화면, 읽기 전용 원장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313432"/>
            <a:ext cx="10241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651760"/>
            <a:ext cx="1600200" cy="310896"/>
          </a:xfrm>
          <a:prstGeom prst="roundRect">
            <a:avLst>
              <a:gd name="adj" fmla="val 26471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724912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설명만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88920" y="268833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 승인, 출금 완료/반려, 분쟁 환불/판매자 지급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3337560"/>
            <a:ext cx="10241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675888"/>
            <a:ext cx="1600200" cy="310896"/>
          </a:xfrm>
          <a:prstGeom prst="roundRect">
            <a:avLst>
              <a:gd name="adj" fmla="val 264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749040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데이터 필요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88920" y="37124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상세, 채팅, 지갑 원장, 관리자 처리 완료 화면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4361688"/>
            <a:ext cx="10241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700016"/>
            <a:ext cx="1600200" cy="310896"/>
          </a:xfrm>
          <a:prstGeom prst="roundRect">
            <a:avLst>
              <a:gd name="adj" fmla="val 264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773168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자료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788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수수료율, 월 GMV 가정, 데모 계정 2개, 데모 주문/분쟁 1건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5385816"/>
            <a:ext cx="10241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6492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GGtem 사업계획서 | 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GGtem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GGtem 사업계획서</dc:title>
  <dc:subject>GGtem business plan with real UI</dc:subject>
  <dc:creator>GGtem</dc:creator>
  <cp:lastModifiedBy>GGtem</cp:lastModifiedBy>
  <cp:revision>1</cp:revision>
  <dcterms:created xsi:type="dcterms:W3CDTF">2026-05-16T02:33:50Z</dcterms:created>
  <dcterms:modified xsi:type="dcterms:W3CDTF">2026-05-16T02:33:50Z</dcterms:modified>
</cp:coreProperties>
</file>